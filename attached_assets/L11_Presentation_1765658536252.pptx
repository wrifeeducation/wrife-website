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7454" y="893415"/>
            <a:ext cx="5589091" cy="3356521"/>
          </a:xfrm>
          <a:prstGeom prst="roundRect">
            <a:avLst>
              <a:gd name="adj" fmla="val 56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0" dist="190500" dir="54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98803" y="1407765"/>
            <a:ext cx="41463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300"/>
              </a:spcBef>
              <a:spcAft>
                <a:spcPts val="750"/>
              </a:spcAft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WriFe Lesson 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98803" y="1918246"/>
            <a:ext cx="414639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Subject, Main Verb</a:t>
            </a:r>
            <a:endParaRPr lang="en-US" sz="3600" dirty="0"/>
          </a:p>
          <a:p>
            <a:pPr algn="ctr" indent="0" marL="0">
              <a:lnSpc>
                <a:spcPts val="36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36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Object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498803" y="3023146"/>
            <a:ext cx="41463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how sentences 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98803" y="3575596"/>
            <a:ext cx="41463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WriFe Education ©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38125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Aft>
                <a:spcPts val="1125"/>
              </a:spcAft>
              <a:buNone/>
            </a:pPr>
            <a:r>
              <a:rPr lang="en-US" sz="27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Learning 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85750" y="1660327"/>
            <a:ext cx="8572500" cy="1331565"/>
          </a:xfrm>
          <a:prstGeom prst="rect">
            <a:avLst/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14325" y="1660327"/>
            <a:ext cx="0" cy="1331565"/>
          </a:xfrm>
          <a:prstGeom prst="line">
            <a:avLst/>
          </a:prstGeom>
          <a:noFill/>
          <a:ln w="5715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1025" y="1936552"/>
            <a:ext cx="819988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identify the </a:t>
            </a:r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verb</a:t>
            </a:r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pPr algn="l" indent="0" marL="0">
              <a:lnSpc>
                <a:spcPts val="292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sentences.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81025" y="2422327"/>
            <a:ext cx="819988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understand how they work together.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85750" y="3134767"/>
            <a:ext cx="8572500" cy="986582"/>
          </a:xfrm>
          <a:prstGeom prst="roundRect">
            <a:avLst>
              <a:gd name="adj" fmla="val 9655"/>
            </a:avLst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3363367"/>
            <a:ext cx="835533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Today we will learn: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6250" y="3679478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What a subject is    ✓ What a verb is    ✓ What an object is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What is a Subject?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425029"/>
            <a:ext cx="8572500" cy="982861"/>
          </a:xfrm>
          <a:prstGeom prst="roundRect">
            <a:avLst>
              <a:gd name="adj" fmla="val 14537"/>
            </a:avLst>
          </a:prstGeom>
          <a:solidFill>
            <a:srgbClr val="EBF5FB"/>
          </a:solidFill>
          <a:ln w="2857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059" y="1729829"/>
            <a:ext cx="81998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subject tells us WHO or WHAT does the action.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85750" y="2550765"/>
            <a:ext cx="4191000" cy="1401961"/>
          </a:xfrm>
          <a:prstGeom prst="roundRect">
            <a:avLst>
              <a:gd name="adj" fmla="val 67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8719" y="2760315"/>
            <a:ext cx="392506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418719" y="3503265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doing something?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7250" y="2550765"/>
            <a:ext cx="4191000" cy="1401961"/>
          </a:xfrm>
          <a:prstGeom prst="roundRect">
            <a:avLst>
              <a:gd name="adj" fmla="val 679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00219" y="2760315"/>
            <a:ext cx="3925062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25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7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4800219" y="3503265"/>
            <a:ext cx="392506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doing something?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00025" y="4133701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yourself: "Who or what is doing the action in this sentence?"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Subject Examples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166961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395561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Brown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 us at the gate.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791742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met us? →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Brown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subject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5750" y="2347913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2576513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cows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were eating hay.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" y="29726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was eating? →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cows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subject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750" y="3528864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757464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tractor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red.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" y="4153644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red? →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tractor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subject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What is a Verb?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543199"/>
            <a:ext cx="8572500" cy="982861"/>
          </a:xfrm>
          <a:prstGeom prst="roundRect">
            <a:avLst>
              <a:gd name="adj" fmla="val 14537"/>
            </a:avLst>
          </a:prstGeom>
          <a:solidFill>
            <a:srgbClr val="FDEDEC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059" y="1847999"/>
            <a:ext cx="81998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verb tells us the ACTION or what is happening.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85750" y="2668935"/>
            <a:ext cx="2762250" cy="1165771"/>
          </a:xfrm>
          <a:prstGeom prst="roundRect">
            <a:avLst>
              <a:gd name="adj" fmla="val 81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3860" y="2849910"/>
            <a:ext cx="25260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3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03860" y="3440460"/>
            <a:ext cx="2526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ran, jumped, 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90875" y="2668935"/>
            <a:ext cx="2762250" cy="1165771"/>
          </a:xfrm>
          <a:prstGeom prst="roundRect">
            <a:avLst>
              <a:gd name="adj" fmla="val 81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08985" y="2849910"/>
            <a:ext cx="25260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3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08985" y="3440460"/>
            <a:ext cx="2526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saw, watched, found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0" y="2668935"/>
            <a:ext cx="2762250" cy="1165771"/>
          </a:xfrm>
          <a:prstGeom prst="roundRect">
            <a:avLst>
              <a:gd name="adj" fmla="val 8171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14110" y="2849910"/>
            <a:ext cx="25260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3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4110" y="3440460"/>
            <a:ext cx="25260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is, was, had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0025" y="4015680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yourself: "What is the subject DOING?"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Verb Examples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166961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395561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farmer 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wore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big hat.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791742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farmer do? → He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wore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(the action)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5750" y="2347913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2576513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pig 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rolling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mud.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" y="29726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pig doing? → It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rolling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750" y="3528864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757464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ducks 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loud sounds.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" y="4153644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 ducks do? → They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What is an Object?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296442"/>
            <a:ext cx="8572500" cy="982861"/>
          </a:xfrm>
          <a:prstGeom prst="roundRect">
            <a:avLst>
              <a:gd name="adj" fmla="val 14537"/>
            </a:avLst>
          </a:prstGeom>
          <a:solidFill>
            <a:srgbClr val="F5EEF8"/>
          </a:solidFill>
          <a:ln w="28575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059" y="1601242"/>
            <a:ext cx="819988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 RECEIVES the action of the verb.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868067" y="2422178"/>
            <a:ext cx="3407718" cy="1373386"/>
          </a:xfrm>
          <a:prstGeom prst="roundRect">
            <a:avLst>
              <a:gd name="adj" fmla="val 693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74032" y="2650778"/>
            <a:ext cx="279578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725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3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375" dirty="0"/>
          </a:p>
        </p:txBody>
      </p:sp>
      <p:sp>
        <p:nvSpPr>
          <p:cNvPr id="7" name="Text 5"/>
          <p:cNvSpPr/>
          <p:nvPr/>
        </p:nvSpPr>
        <p:spPr>
          <a:xfrm>
            <a:off x="3174032" y="3327053"/>
            <a:ext cx="279578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 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receives the action?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85750" y="3938439"/>
            <a:ext cx="8572500" cy="575221"/>
          </a:xfrm>
          <a:prstGeom prst="roundRect">
            <a:avLst>
              <a:gd name="adj" fmla="val 1655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4335" y="4119414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"The subject did something to 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 or "...to 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 Object Examples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166961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395561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chickens were laying 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eggs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6250" y="1791742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were they laying? →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eggs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object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5750" y="2347913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2576513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visited 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barn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50" y="2972693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visit? →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barn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object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5750" y="3528864"/>
            <a:ext cx="8572500" cy="1066651"/>
          </a:xfrm>
          <a:prstGeom prst="roundRect">
            <a:avLst>
              <a:gd name="adj" fmla="val 10716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757464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thanked 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farmers</a:t>
            </a:r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6250" y="4153644"/>
            <a:ext cx="835533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we thank? → 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farmers</a:t>
            </a:r>
            <a:pPr algn="l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object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The Sentence Pattern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64122" y="1920329"/>
            <a:ext cx="1428006" cy="1028551"/>
          </a:xfrm>
          <a:prstGeom prst="roundRect">
            <a:avLst>
              <a:gd name="adj" fmla="val 11113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21876" y="2148929"/>
            <a:ext cx="912498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521876" y="2533650"/>
            <a:ext cx="9124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WHO/WHAT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04648" y="2221260"/>
            <a:ext cx="1815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098727" y="1920329"/>
            <a:ext cx="1070372" cy="1028551"/>
          </a:xfrm>
          <a:prstGeom prst="roundRect">
            <a:avLst>
              <a:gd name="adj" fmla="val 11113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60057" y="2148929"/>
            <a:ext cx="547711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360057" y="2533650"/>
            <a:ext cx="5477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81618" y="2221260"/>
            <a:ext cx="1815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5697" y="1920329"/>
            <a:ext cx="1304181" cy="1028551"/>
          </a:xfrm>
          <a:prstGeom prst="roundRect">
            <a:avLst>
              <a:gd name="adj" fmla="val 11113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34689" y="2148929"/>
            <a:ext cx="786196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834689" y="2533650"/>
            <a:ext cx="7861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67780" y="3139380"/>
            <a:ext cx="5608439" cy="750540"/>
          </a:xfrm>
          <a:prstGeom prst="roundRect">
            <a:avLst>
              <a:gd name="adj" fmla="val 15229"/>
            </a:avLst>
          </a:prstGeom>
          <a:solidFill>
            <a:srgbClr val="F0F8F4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71170" y="3367980"/>
            <a:ext cx="5001661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basic pattern for many English sentences!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98405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500"/>
              </a:spcAft>
              <a:buNone/>
            </a:pPr>
            <a:r>
              <a:rPr lang="en-US" sz="2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Remember the Colour Code!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954560"/>
            <a:ext cx="2730550" cy="1900982"/>
          </a:xfrm>
          <a:prstGeom prst="roundRect">
            <a:avLst>
              <a:gd name="adj" fmla="val 6013"/>
            </a:avLst>
          </a:prstGeom>
          <a:solidFill>
            <a:srgbClr val="EBF5FB"/>
          </a:solidFill>
          <a:ln w="2857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412825" y="217363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901" y="2764185"/>
            <a:ext cx="23382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81901" y="3133725"/>
            <a:ext cx="233824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1901" y="3411736"/>
            <a:ext cx="23382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Who/What does 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6800" y="1954560"/>
            <a:ext cx="2730550" cy="1900982"/>
          </a:xfrm>
          <a:prstGeom prst="roundRect">
            <a:avLst>
              <a:gd name="adj" fmla="val 6013"/>
            </a:avLst>
          </a:prstGeom>
          <a:solidFill>
            <a:srgbClr val="FDEDEC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33875" y="217363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02951" y="2764185"/>
            <a:ext cx="23382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402951" y="3133725"/>
            <a:ext cx="233824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02951" y="3411736"/>
            <a:ext cx="23382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7849" y="1954560"/>
            <a:ext cx="2730550" cy="1900982"/>
          </a:xfrm>
          <a:prstGeom prst="roundRect">
            <a:avLst>
              <a:gd name="adj" fmla="val 6013"/>
            </a:avLst>
          </a:prstGeom>
          <a:solidFill>
            <a:srgbClr val="F5EEF8"/>
          </a:solidFill>
          <a:ln w="28575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54925" y="2173635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24000" y="2764185"/>
            <a:ext cx="23382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PURPLE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324000" y="3133725"/>
            <a:ext cx="233824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24000" y="3411736"/>
            <a:ext cx="23382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action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6447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Aft>
                <a:spcPts val="135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Example from "A Visit to the Farm"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32422" y="1747986"/>
            <a:ext cx="4679156" cy="963811"/>
          </a:xfrm>
          <a:prstGeom prst="roundRect">
            <a:avLst>
              <a:gd name="adj" fmla="val 11859"/>
            </a:avLst>
          </a:prstGeom>
          <a:solidFill>
            <a:srgbClr val="F0F8F4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447949" y="2043261"/>
            <a:ext cx="424810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cows</a:t>
            </a:r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eating</a:t>
            </a:r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</a:t>
            </a:r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615505" y="2883247"/>
            <a:ext cx="1209080" cy="1140768"/>
          </a:xfrm>
          <a:prstGeom prst="roundRect">
            <a:avLst>
              <a:gd name="adj" fmla="val 6680"/>
            </a:avLst>
          </a:prstGeom>
          <a:solidFill>
            <a:srgbClr val="EBF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20001" y="3035647"/>
            <a:ext cx="10000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20001" y="3287018"/>
            <a:ext cx="1000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cows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2720001" y="3525143"/>
            <a:ext cx="10000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(who is doing it?)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967460" y="2883247"/>
            <a:ext cx="1209080" cy="1140768"/>
          </a:xfrm>
          <a:prstGeom prst="roundRect">
            <a:avLst>
              <a:gd name="adj" fmla="val 6680"/>
            </a:avLst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71955" y="3035647"/>
            <a:ext cx="10000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71955" y="3287018"/>
            <a:ext cx="1000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eating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4071955" y="3525143"/>
            <a:ext cx="10000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action)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319415" y="2883247"/>
            <a:ext cx="1209080" cy="1140768"/>
          </a:xfrm>
          <a:prstGeom prst="roundRect">
            <a:avLst>
              <a:gd name="adj" fmla="val 6680"/>
            </a:avLst>
          </a:prstGeom>
          <a:solidFill>
            <a:srgbClr val="F5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423910" y="3035647"/>
            <a:ext cx="10000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3910" y="3287018"/>
            <a:ext cx="10000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12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5423910" y="3525143"/>
            <a:ext cx="1000089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(what are they eating?)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79945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Your Turn: Find the Subject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265932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subject in each sentence? Who or what is doing the action?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5750" y="1685032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9563" y="1685032"/>
            <a:ext cx="0" cy="73908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894582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farmer wore muddy boots.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5750" y="2538413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9563" y="2538413"/>
            <a:ext cx="0" cy="73908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747963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My class visited the barn.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5750" y="3391793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09563" y="3391793"/>
            <a:ext cx="0" cy="739080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3601343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scarecrow wore an old coat.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0025" y="4283273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Think... then share with your partner!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Your Turn: Find the Verb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265932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verb in each sentence? What is the action?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5750" y="1685032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9563" y="1685032"/>
            <a:ext cx="0" cy="73908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894582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children saw three cows.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5750" y="2538413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9563" y="2538413"/>
            <a:ext cx="0" cy="73908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747963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Mrs. Brown gave us biscuits.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5750" y="3391793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09563" y="3391793"/>
            <a:ext cx="0" cy="739080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3601343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tractor had enormous wheels.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0025" y="4283273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Think... then share with your partner!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63429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✋ Your Turn: Find the Object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265932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object in each sentence? What receives the action?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5750" y="1685032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9563" y="1685032"/>
            <a:ext cx="0" cy="739080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894582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The farmer milked the cows.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85750" y="2538413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09563" y="2538413"/>
            <a:ext cx="0" cy="739080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2747963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 thanked the farmers.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5750" y="3391793"/>
            <a:ext cx="8572500" cy="739080"/>
          </a:xfrm>
          <a:prstGeom prst="roundRect">
            <a:avLst>
              <a:gd name="adj" fmla="val 128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09563" y="3391793"/>
            <a:ext cx="0" cy="739080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" y="3601343"/>
            <a:ext cx="820959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The ducks made loud sounds.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0025" y="4283273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Think... then share with your partner!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125"/>
              </a:spcAft>
              <a:buNone/>
            </a:pPr>
            <a:r>
              <a:rPr lang="en-US" sz="2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 Put It All Together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546027"/>
            <a:ext cx="874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Subject, Verb and Object in this sentence: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85750" y="1993702"/>
            <a:ext cx="8572500" cy="906661"/>
          </a:xfrm>
          <a:prstGeom prst="roundRect">
            <a:avLst>
              <a:gd name="adj" fmla="val 12607"/>
            </a:avLst>
          </a:prstGeom>
          <a:solidFill>
            <a:srgbClr val="F0F8F4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3197" y="2260402"/>
            <a:ext cx="82776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"Mr. Brown showed us his tractor."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85750" y="3043238"/>
            <a:ext cx="2781300" cy="1211312"/>
          </a:xfrm>
          <a:prstGeom prst="roundRect">
            <a:avLst>
              <a:gd name="adj" fmla="val 7863"/>
            </a:avLst>
          </a:prstGeom>
          <a:solidFill>
            <a:srgbClr val="EBF5FB"/>
          </a:solidFill>
          <a:ln w="19050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2247" y="3271838"/>
            <a:ext cx="24483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2247" y="3587948"/>
            <a:ext cx="24483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did the action?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247" y="3839319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1350" y="3043238"/>
            <a:ext cx="2781300" cy="1211312"/>
          </a:xfrm>
          <a:prstGeom prst="roundRect">
            <a:avLst>
              <a:gd name="adj" fmla="val 7863"/>
            </a:avLst>
          </a:prstGeom>
          <a:solidFill>
            <a:srgbClr val="FDEDEC"/>
          </a:solidFill>
          <a:ln w="19050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47847" y="3271838"/>
            <a:ext cx="24483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47847" y="3587948"/>
            <a:ext cx="24483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the action?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47847" y="3839319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76950" y="3043238"/>
            <a:ext cx="2781300" cy="1211312"/>
          </a:xfrm>
          <a:prstGeom prst="roundRect">
            <a:avLst>
              <a:gd name="adj" fmla="val 7863"/>
            </a:avLst>
          </a:prstGeom>
          <a:solidFill>
            <a:srgbClr val="F5EEF8"/>
          </a:solidFill>
          <a:ln w="19050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43447" y="3271838"/>
            <a:ext cx="244830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43447" y="3587948"/>
            <a:ext cx="24483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shown?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3447" y="3839319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_______________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7036" y="1571625"/>
            <a:ext cx="4669929" cy="2000101"/>
          </a:xfrm>
          <a:prstGeom prst="roundRect">
            <a:avLst>
              <a:gd name="adj" fmla="val 85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3375" dist="114300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24689" y="1943100"/>
            <a:ext cx="3694622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Progressive Writing Practice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561588" y="2407890"/>
            <a:ext cx="202082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PWP Time!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24689" y="2960340"/>
            <a:ext cx="369462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let's use what we learned in YOUR writing!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350"/>
              </a:spcAft>
              <a:buNone/>
            </a:pPr>
            <a:r>
              <a:rPr lang="en-US" sz="2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 Today's PWP Formula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281089" y="1725960"/>
            <a:ext cx="4581674" cy="1207740"/>
          </a:xfrm>
          <a:prstGeom prst="roundRect">
            <a:avLst>
              <a:gd name="adj" fmla="val 14196"/>
            </a:avLst>
          </a:prstGeom>
          <a:solidFill>
            <a:srgbClr val="F0F8F4"/>
          </a:solidFill>
          <a:ln w="28575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547789" y="1992660"/>
            <a:ext cx="1214140" cy="674340"/>
          </a:xfrm>
          <a:prstGeom prst="roundRect">
            <a:avLst>
              <a:gd name="adj" fmla="val 14125"/>
            </a:avLst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68819" y="2183160"/>
            <a:ext cx="772079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874449" y="2116485"/>
            <a:ext cx="1815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68527" y="1992660"/>
            <a:ext cx="911572" cy="674340"/>
          </a:xfrm>
          <a:prstGeom prst="roundRect">
            <a:avLst>
              <a:gd name="adj" fmla="val 14125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92583" y="2183160"/>
            <a:ext cx="46346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192619" y="2116485"/>
            <a:ext cx="18155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698" y="1992660"/>
            <a:ext cx="1109365" cy="674340"/>
          </a:xfrm>
          <a:prstGeom prst="roundRect">
            <a:avLst>
              <a:gd name="adj" fmla="val 14125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08776" y="2183160"/>
            <a:ext cx="66520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916287" y="3124200"/>
            <a:ext cx="3311426" cy="940891"/>
          </a:xfrm>
          <a:prstGeom prst="roundRect">
            <a:avLst>
              <a:gd name="adj" fmla="val 10123"/>
            </a:avLst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77483" y="3352800"/>
            <a:ext cx="29890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My dog chased the ball.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77483" y="3649861"/>
            <a:ext cx="29890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(Subject: My dog | Verb: chased | Object: the ball)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543096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2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 Your Turn: Write Your Sentence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85750" y="1732806"/>
            <a:ext cx="87439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personal story. Write a sentence using: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85750" y="2125117"/>
            <a:ext cx="8572500" cy="693390"/>
          </a:xfrm>
          <a:prstGeom prst="roundRect">
            <a:avLst>
              <a:gd name="adj" fmla="val 16484"/>
            </a:avLst>
          </a:prstGeom>
          <a:solidFill>
            <a:srgbClr val="F0F8F4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189" y="2325142"/>
            <a:ext cx="841362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lnSpc>
                <a:spcPts val="231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65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85750" y="2932807"/>
            <a:ext cx="2781300" cy="702766"/>
          </a:xfrm>
          <a:prstGeom prst="roundRect">
            <a:avLst>
              <a:gd name="adj" fmla="val 135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3085207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for Subjects: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0050" y="3309938"/>
            <a:ext cx="26037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mum, My dad, I, My friend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181350" y="2932807"/>
            <a:ext cx="2781300" cy="702766"/>
          </a:xfrm>
          <a:prstGeom prst="roundRect">
            <a:avLst>
              <a:gd name="adj" fmla="val 135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95650" y="3085207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for Verbs: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95650" y="3309938"/>
            <a:ext cx="26037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made, found, visited, helped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76950" y="2932807"/>
            <a:ext cx="2781300" cy="702766"/>
          </a:xfrm>
          <a:prstGeom prst="roundRect">
            <a:avLst>
              <a:gd name="adj" fmla="val 1355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1250" y="3085207"/>
            <a:ext cx="260375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for Objects: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91250" y="3309938"/>
            <a:ext cx="260375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7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cake, the park, my toy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00025" y="3787973"/>
            <a:ext cx="87439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📓 Write your sentence in your PWP Booklet!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381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1350"/>
              </a:spcAft>
              <a:buNone/>
            </a:pPr>
            <a:r>
              <a:rPr lang="en-US" sz="255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Remember!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514898" y="1383209"/>
            <a:ext cx="1257002" cy="2232422"/>
          </a:xfrm>
          <a:prstGeom prst="roundRect">
            <a:avLst>
              <a:gd name="adj" fmla="val 9093"/>
            </a:avLst>
          </a:prstGeom>
          <a:solidFill>
            <a:srgbClr val="EBF5FB"/>
          </a:solidFill>
          <a:ln w="28575">
            <a:solidFill>
              <a:srgbClr val="3498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5215" y="1659434"/>
            <a:ext cx="7963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5215" y="2269034"/>
            <a:ext cx="7963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5215" y="2592884"/>
            <a:ext cx="79636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or WHAT</a:t>
            </a:r>
            <a:endParaRPr lang="en-US" sz="1050" dirty="0"/>
          </a:p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action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943350" y="1383209"/>
            <a:ext cx="1257002" cy="2232422"/>
          </a:xfrm>
          <a:prstGeom prst="roundRect">
            <a:avLst>
              <a:gd name="adj" fmla="val 9093"/>
            </a:avLst>
          </a:prstGeom>
          <a:solidFill>
            <a:srgbClr val="FDEDEC"/>
          </a:solidFill>
          <a:ln w="28575">
            <a:solidFill>
              <a:srgbClr val="E74C3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73667" y="1659434"/>
            <a:ext cx="7963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73667" y="2269034"/>
            <a:ext cx="7963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73667" y="2592884"/>
            <a:ext cx="7963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</a:t>
            </a:r>
            <a:endParaRPr lang="en-US" sz="1050" dirty="0"/>
          </a:p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71802" y="1383209"/>
            <a:ext cx="1257002" cy="2232422"/>
          </a:xfrm>
          <a:prstGeom prst="roundRect">
            <a:avLst>
              <a:gd name="adj" fmla="val 9093"/>
            </a:avLst>
          </a:prstGeom>
          <a:solidFill>
            <a:srgbClr val="F5EEF8"/>
          </a:solidFill>
          <a:ln w="28575">
            <a:solidFill>
              <a:srgbClr val="9B59B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602120" y="1659434"/>
            <a:ext cx="79636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3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🟣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602120" y="2269034"/>
            <a:ext cx="7963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9B59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02120" y="2592884"/>
            <a:ext cx="7963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</a:t>
            </a:r>
            <a:endParaRPr lang="en-US" sz="1050" dirty="0"/>
          </a:p>
          <a:p>
            <a:pPr algn="ctr" indent="0" marL="0">
              <a:lnSpc>
                <a:spcPts val="1470"/>
              </a:lnSpc>
              <a:spcBef>
                <a:spcPts val="4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32968" y="3787080"/>
            <a:ext cx="3077914" cy="620911"/>
          </a:xfrm>
          <a:prstGeom prst="roundRect">
            <a:avLst>
              <a:gd name="adj" fmla="val 15340"/>
            </a:avLst>
          </a:prstGeom>
          <a:solidFill>
            <a:srgbClr val="F0F8F4"/>
          </a:solidFill>
          <a:ln w="19050">
            <a:solidFill>
              <a:srgbClr val="27AE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93654" y="3977580"/>
            <a:ext cx="255654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Pattern:</a:t>
            </a:r>
            <a:pPr algn="ctr" indent="0" marL="0">
              <a:lnSpc>
                <a:spcPts val="189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Subject + Verb + Object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6042" y="298400"/>
            <a:ext cx="5331768" cy="4546848"/>
          </a:xfrm>
          <a:prstGeom prst="roundRect">
            <a:avLst>
              <a:gd name="adj" fmla="val 41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35654" y="717500"/>
            <a:ext cx="4272543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300"/>
              </a:lnSpc>
              <a:spcBef>
                <a:spcPts val="300"/>
              </a:spcBef>
              <a:spcAft>
                <a:spcPts val="1125"/>
              </a:spcAft>
              <a:buNone/>
            </a:pPr>
            <a:r>
              <a:rPr lang="en-US" sz="4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3367129" y="1660475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 Done!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435654" y="2308175"/>
            <a:ext cx="427254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completed Lesson 11!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77542" y="2765375"/>
            <a:ext cx="4188768" cy="1310283"/>
          </a:xfrm>
          <a:prstGeom prst="roundRect">
            <a:avLst>
              <a:gd name="adj" fmla="val 7269"/>
            </a:avLst>
          </a:prstGeom>
          <a:solidFill>
            <a:srgbClr val="F0F8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68042" y="2993975"/>
            <a:ext cx="3883923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You can identify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sentences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✅ You can identify 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sentences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✅ You can identify 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sentences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✅ You understand the </a:t>
            </a:r>
            <a:endParaRPr lang="en-US" sz="1200" dirty="0"/>
          </a:p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+ Verb + Object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35654" y="4266158"/>
            <a:ext cx="42725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15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WriFe Education ©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WriFe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WriFe Lesson 11 - Subject, Main Verb and Object</dc:title>
  <dc:subject>Subject, Main Verb and Object</dc:subject>
  <dc:creator>WriFe Education</dc:creator>
  <cp:lastModifiedBy>WriFe Education</cp:lastModifiedBy>
  <cp:revision>1</cp:revision>
  <dcterms:created xsi:type="dcterms:W3CDTF">2025-11-24T16:13:03Z</dcterms:created>
  <dcterms:modified xsi:type="dcterms:W3CDTF">2025-11-24T16:13:03Z</dcterms:modified>
</cp:coreProperties>
</file>